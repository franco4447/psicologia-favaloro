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8" r:id="rId3"/>
    <p:sldId id="280" r:id="rId4"/>
    <p:sldId id="281" r:id="rId5"/>
    <p:sldId id="282" r:id="rId6"/>
    <p:sldId id="283" r:id="rId7"/>
    <p:sldId id="284" r:id="rId8"/>
    <p:sldId id="285" r:id="rId9"/>
    <p:sldId id="273" r:id="rId10"/>
    <p:sldId id="277" r:id="rId11"/>
    <p:sldId id="289" r:id="rId12"/>
    <p:sldId id="267" r:id="rId13"/>
    <p:sldId id="274" r:id="rId14"/>
    <p:sldId id="268" r:id="rId15"/>
    <p:sldId id="287" r:id="rId16"/>
    <p:sldId id="276" r:id="rId17"/>
    <p:sldId id="290" r:id="rId18"/>
    <p:sldId id="291" r:id="rId19"/>
    <p:sldId id="272" r:id="rId20"/>
    <p:sldId id="262" r:id="rId21"/>
    <p:sldId id="271" r:id="rId22"/>
    <p:sldId id="275" r:id="rId23"/>
    <p:sldId id="269" r:id="rId24"/>
    <p:sldId id="263" r:id="rId25"/>
    <p:sldId id="270" r:id="rId26"/>
    <p:sldId id="279" r:id="rId27"/>
    <p:sldId id="343" r:id="rId28"/>
    <p:sldId id="264" r:id="rId29"/>
    <p:sldId id="34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D9C2F-586C-4751-AEEA-53D0350EF52E}" v="6" dt="2025-09-10T18:44:21.72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dela Cannizzaro" userId="5a0540a0052395c4" providerId="LiveId" clId="{50B82EB7-92B7-42C4-9656-2A646B364530}"/>
    <pc:docChg chg="custSel addSld delSld modSld sldOrd">
      <pc:chgData name="Candela Cannizzaro" userId="5a0540a0052395c4" providerId="LiveId" clId="{50B82EB7-92B7-42C4-9656-2A646B364530}" dt="2025-09-04T21:25:10.463" v="5" actId="2696"/>
      <pc:docMkLst>
        <pc:docMk/>
      </pc:docMkLst>
      <pc:sldChg chg="del">
        <pc:chgData name="Candela Cannizzaro" userId="5a0540a0052395c4" providerId="LiveId" clId="{50B82EB7-92B7-42C4-9656-2A646B364530}" dt="2025-09-04T21:25:10.463" v="5" actId="2696"/>
        <pc:sldMkLst>
          <pc:docMk/>
          <pc:sldMk cId="2264204638" sldId="286"/>
        </pc:sldMkLst>
      </pc:sldChg>
      <pc:sldChg chg="delSp add mod ord">
        <pc:chgData name="Candela Cannizzaro" userId="5a0540a0052395c4" providerId="LiveId" clId="{50B82EB7-92B7-42C4-9656-2A646B364530}" dt="2025-09-04T21:24:18.438" v="4"/>
        <pc:sldMkLst>
          <pc:docMk/>
          <pc:sldMk cId="371547875" sldId="343"/>
        </pc:sldMkLst>
      </pc:sldChg>
      <pc:sldChg chg="add">
        <pc:chgData name="Candela Cannizzaro" userId="5a0540a0052395c4" providerId="LiveId" clId="{50B82EB7-92B7-42C4-9656-2A646B364530}" dt="2025-09-04T21:23:23.298" v="2"/>
        <pc:sldMkLst>
          <pc:docMk/>
          <pc:sldMk cId="2482204047" sldId="344"/>
        </pc:sldMkLst>
      </pc:sldChg>
    </pc:docChg>
  </pc:docChgLst>
  <pc:docChgLst>
    <pc:chgData name="Franco Mendez Casariego" userId="3b587d989394f10b" providerId="LiveId" clId="{D0AFBE58-CCF4-4B5D-B782-A22164C5FB1C}"/>
    <pc:docChg chg="modSld">
      <pc:chgData name="Franco Mendez Casariego" userId="3b587d989394f10b" providerId="LiveId" clId="{D0AFBE58-CCF4-4B5D-B782-A22164C5FB1C}" dt="2025-09-10T18:46:28.782" v="44" actId="2164"/>
      <pc:docMkLst>
        <pc:docMk/>
      </pc:docMkLst>
      <pc:sldChg chg="modSp mod">
        <pc:chgData name="Franco Mendez Casariego" userId="3b587d989394f10b" providerId="LiveId" clId="{D0AFBE58-CCF4-4B5D-B782-A22164C5FB1C}" dt="2025-09-10T18:46:28.782" v="44" actId="2164"/>
        <pc:sldMkLst>
          <pc:docMk/>
          <pc:sldMk cId="0" sldId="262"/>
        </pc:sldMkLst>
        <pc:graphicFrameChg chg="mod modGraphic">
          <ac:chgData name="Franco Mendez Casariego" userId="3b587d989394f10b" providerId="LiveId" clId="{D0AFBE58-CCF4-4B5D-B782-A22164C5FB1C}" dt="2025-09-10T18:46:28.782" v="44" actId="2164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57B9F-223F-44F2-A9C9-D49328294672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AR"/>
        </a:p>
      </dgm:t>
    </dgm:pt>
    <dgm:pt modelId="{5743A33B-4E36-4B03-864E-25EA16EDC848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AGNOSIA VISUAL</a:t>
          </a:r>
        </a:p>
      </dgm:t>
    </dgm:pt>
    <dgm:pt modelId="{FFD9CF9F-556A-4F84-BDF3-336FBD72B12E}" type="parTrans" cxnId="{FA7E004D-FDF9-463B-B879-20292D3D5633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AACDAE5F-541D-483D-966F-8753CC9C2800}" type="sibTrans" cxnId="{FA7E004D-FDF9-463B-B879-20292D3D5633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C1A2B031-8E60-4466-B67B-FCEF444A3A81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PARA OBJETOS</a:t>
          </a:r>
        </a:p>
      </dgm:t>
    </dgm:pt>
    <dgm:pt modelId="{795E2489-D86B-41C7-B62B-FC807CC89C40}" type="parTrans" cxnId="{835CC994-55AF-43E1-A530-68B670C6A3AF}">
      <dgm:prSet custT="1"/>
      <dgm:spPr/>
      <dgm:t>
        <a:bodyPr/>
        <a:lstStyle/>
        <a:p>
          <a:endParaRPr lang="es-AR" sz="700">
            <a:latin typeface="Fira Sans Condensed" panose="020B0604020202020204" charset="0"/>
          </a:endParaRPr>
        </a:p>
      </dgm:t>
    </dgm:pt>
    <dgm:pt modelId="{9FEAA836-AC45-43FB-88AB-D90591FC0A26}" type="sibTrans" cxnId="{835CC994-55AF-43E1-A530-68B670C6A3AF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C96119BB-D028-4876-8879-845F0EBED42D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APERCEPTIVA</a:t>
          </a:r>
        </a:p>
      </dgm:t>
    </dgm:pt>
    <dgm:pt modelId="{81C70EDE-9FE1-4AD3-870D-065246CD0250}" type="parTrans" cxnId="{D3D67742-B2A5-4E7A-8DA3-25B2EC7ECD02}">
      <dgm:prSet custT="1"/>
      <dgm:spPr/>
      <dgm:t>
        <a:bodyPr/>
        <a:lstStyle/>
        <a:p>
          <a:endParaRPr lang="es-AR" sz="700">
            <a:latin typeface="Fira Sans Condensed" panose="020B0604020202020204" charset="0"/>
          </a:endParaRPr>
        </a:p>
      </dgm:t>
    </dgm:pt>
    <dgm:pt modelId="{99D1E4D6-5ACF-402D-AFDF-F072A561F738}" type="sibTrans" cxnId="{D3D67742-B2A5-4E7A-8DA3-25B2EC7ECD02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CF38B9DA-BEE2-4888-8D7C-3DE662EE9D36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ASOCIATIVA</a:t>
          </a:r>
        </a:p>
      </dgm:t>
    </dgm:pt>
    <dgm:pt modelId="{3A0E136A-5F1F-44E9-84F4-D0798C3101B6}" type="parTrans" cxnId="{CAAF8E1D-1D09-4C00-B37F-8EC46AB71331}">
      <dgm:prSet custT="1"/>
      <dgm:spPr/>
      <dgm:t>
        <a:bodyPr/>
        <a:lstStyle/>
        <a:p>
          <a:endParaRPr lang="es-AR" sz="700">
            <a:latin typeface="Fira Sans Condensed" panose="020B0604020202020204" charset="0"/>
          </a:endParaRPr>
        </a:p>
      </dgm:t>
    </dgm:pt>
    <dgm:pt modelId="{EAD1ACCF-7BFC-41D4-B063-CA6CC45A9352}" type="sibTrans" cxnId="{CAAF8E1D-1D09-4C00-B37F-8EC46AB71331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0FAA4B1A-BFA1-4B30-BFEB-5F568186C9C6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ROSTROS</a:t>
          </a:r>
        </a:p>
      </dgm:t>
    </dgm:pt>
    <dgm:pt modelId="{674CEBD5-DD2E-477A-A9B4-96EAC37FF548}" type="sibTrans" cxnId="{11C91976-C265-4852-9C80-DB03CFFFD21B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1038D62F-8488-4376-93E0-BCB931A13AC7}" type="parTrans" cxnId="{11C91976-C265-4852-9C80-DB03CFFFD21B}">
      <dgm:prSet custT="1"/>
      <dgm:spPr/>
      <dgm:t>
        <a:bodyPr/>
        <a:lstStyle/>
        <a:p>
          <a:endParaRPr lang="es-AR" sz="700">
            <a:latin typeface="Fira Sans Condensed" panose="020B0604020202020204" charset="0"/>
          </a:endParaRPr>
        </a:p>
      </dgm:t>
    </dgm:pt>
    <dgm:pt modelId="{9C50F16A-75E9-4F95-96AE-96E823BB27B5}">
      <dgm:prSet phldrT="[Texto]" custT="1"/>
      <dgm:spPr/>
      <dgm:t>
        <a:bodyPr/>
        <a:lstStyle/>
        <a:p>
          <a:r>
            <a:rPr lang="es-AR" sz="2000" dirty="0">
              <a:latin typeface="Fira Sans Condensed" panose="020B0604020202020204" charset="0"/>
            </a:rPr>
            <a:t>PROSOPAGNOSIA</a:t>
          </a:r>
        </a:p>
      </dgm:t>
    </dgm:pt>
    <dgm:pt modelId="{0723BA31-E4D9-4054-9F65-3328C11134EF}" type="parTrans" cxnId="{3F68C04D-DFC9-4866-A2A4-E06F40DB9C02}">
      <dgm:prSet custT="1"/>
      <dgm:spPr/>
      <dgm:t>
        <a:bodyPr/>
        <a:lstStyle/>
        <a:p>
          <a:endParaRPr lang="es-AR" sz="700">
            <a:latin typeface="Fira Sans Condensed" panose="020B0604020202020204" charset="0"/>
          </a:endParaRPr>
        </a:p>
      </dgm:t>
    </dgm:pt>
    <dgm:pt modelId="{8EA67CFD-F998-41A0-9C5B-064180707FA2}" type="sibTrans" cxnId="{3F68C04D-DFC9-4866-A2A4-E06F40DB9C02}">
      <dgm:prSet/>
      <dgm:spPr/>
      <dgm:t>
        <a:bodyPr/>
        <a:lstStyle/>
        <a:p>
          <a:endParaRPr lang="es-AR" sz="2400">
            <a:latin typeface="Fira Sans Condensed" panose="020B0604020202020204" charset="0"/>
          </a:endParaRPr>
        </a:p>
      </dgm:t>
    </dgm:pt>
    <dgm:pt modelId="{35FF30C7-F889-4FAC-A46D-E509EB48B95B}" type="pres">
      <dgm:prSet presAssocID="{65E57B9F-223F-44F2-A9C9-D4932829467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6B6965C-9B7B-4633-8CDB-A1CBCDAF6FA2}" type="pres">
      <dgm:prSet presAssocID="{5743A33B-4E36-4B03-864E-25EA16EDC848}" presName="root1" presStyleCnt="0"/>
      <dgm:spPr/>
    </dgm:pt>
    <dgm:pt modelId="{88F2D47F-F17C-409A-8997-60C42D95614E}" type="pres">
      <dgm:prSet presAssocID="{5743A33B-4E36-4B03-864E-25EA16EDC848}" presName="LevelOneTextNode" presStyleLbl="node0" presStyleIdx="0" presStyleCnt="1">
        <dgm:presLayoutVars>
          <dgm:chPref val="3"/>
        </dgm:presLayoutVars>
      </dgm:prSet>
      <dgm:spPr/>
    </dgm:pt>
    <dgm:pt modelId="{EA81FFA3-C8BD-40F2-AD49-0686C4CB3305}" type="pres">
      <dgm:prSet presAssocID="{5743A33B-4E36-4B03-864E-25EA16EDC848}" presName="level2hierChild" presStyleCnt="0"/>
      <dgm:spPr/>
    </dgm:pt>
    <dgm:pt modelId="{BFA17D41-481B-41F0-A98C-9D05A67BE65B}" type="pres">
      <dgm:prSet presAssocID="{795E2489-D86B-41C7-B62B-FC807CC89C40}" presName="conn2-1" presStyleLbl="parChTrans1D2" presStyleIdx="0" presStyleCnt="2"/>
      <dgm:spPr/>
    </dgm:pt>
    <dgm:pt modelId="{B25C63D0-807C-4D2D-A820-9F7930281F28}" type="pres">
      <dgm:prSet presAssocID="{795E2489-D86B-41C7-B62B-FC807CC89C40}" presName="connTx" presStyleLbl="parChTrans1D2" presStyleIdx="0" presStyleCnt="2"/>
      <dgm:spPr/>
    </dgm:pt>
    <dgm:pt modelId="{43A565F1-5F4A-4068-85F2-10A9D8293C92}" type="pres">
      <dgm:prSet presAssocID="{C1A2B031-8E60-4466-B67B-FCEF444A3A81}" presName="root2" presStyleCnt="0"/>
      <dgm:spPr/>
    </dgm:pt>
    <dgm:pt modelId="{351C1DED-DC75-4754-80F6-8853B861CAA7}" type="pres">
      <dgm:prSet presAssocID="{C1A2B031-8E60-4466-B67B-FCEF444A3A81}" presName="LevelTwoTextNode" presStyleLbl="node2" presStyleIdx="0" presStyleCnt="2">
        <dgm:presLayoutVars>
          <dgm:chPref val="3"/>
        </dgm:presLayoutVars>
      </dgm:prSet>
      <dgm:spPr/>
    </dgm:pt>
    <dgm:pt modelId="{17E8EF60-760A-4C8E-91BE-AB0718A467EA}" type="pres">
      <dgm:prSet presAssocID="{C1A2B031-8E60-4466-B67B-FCEF444A3A81}" presName="level3hierChild" presStyleCnt="0"/>
      <dgm:spPr/>
    </dgm:pt>
    <dgm:pt modelId="{B5797213-41A0-4334-BEF2-FDAEF5CC00E8}" type="pres">
      <dgm:prSet presAssocID="{81C70EDE-9FE1-4AD3-870D-065246CD0250}" presName="conn2-1" presStyleLbl="parChTrans1D3" presStyleIdx="0" presStyleCnt="3"/>
      <dgm:spPr/>
    </dgm:pt>
    <dgm:pt modelId="{48A61E0A-6F9E-4A89-A284-A6AB2C5E38DF}" type="pres">
      <dgm:prSet presAssocID="{81C70EDE-9FE1-4AD3-870D-065246CD0250}" presName="connTx" presStyleLbl="parChTrans1D3" presStyleIdx="0" presStyleCnt="3"/>
      <dgm:spPr/>
    </dgm:pt>
    <dgm:pt modelId="{CE018E4D-2013-4610-BA2D-72AEAF08E6CA}" type="pres">
      <dgm:prSet presAssocID="{C96119BB-D028-4876-8879-845F0EBED42D}" presName="root2" presStyleCnt="0"/>
      <dgm:spPr/>
    </dgm:pt>
    <dgm:pt modelId="{A751067A-05FF-43B8-ABC4-DFAF3134A4EC}" type="pres">
      <dgm:prSet presAssocID="{C96119BB-D028-4876-8879-845F0EBED42D}" presName="LevelTwoTextNode" presStyleLbl="node3" presStyleIdx="0" presStyleCnt="3">
        <dgm:presLayoutVars>
          <dgm:chPref val="3"/>
        </dgm:presLayoutVars>
      </dgm:prSet>
      <dgm:spPr/>
    </dgm:pt>
    <dgm:pt modelId="{384B959F-9311-491C-A5CB-1B9565233D19}" type="pres">
      <dgm:prSet presAssocID="{C96119BB-D028-4876-8879-845F0EBED42D}" presName="level3hierChild" presStyleCnt="0"/>
      <dgm:spPr/>
    </dgm:pt>
    <dgm:pt modelId="{2D0064F1-3631-4C2E-AD2E-F083AEB9E121}" type="pres">
      <dgm:prSet presAssocID="{3A0E136A-5F1F-44E9-84F4-D0798C3101B6}" presName="conn2-1" presStyleLbl="parChTrans1D3" presStyleIdx="1" presStyleCnt="3"/>
      <dgm:spPr/>
    </dgm:pt>
    <dgm:pt modelId="{BCC59CF8-4CA5-4EA9-8B9F-9A4B0225BE39}" type="pres">
      <dgm:prSet presAssocID="{3A0E136A-5F1F-44E9-84F4-D0798C3101B6}" presName="connTx" presStyleLbl="parChTrans1D3" presStyleIdx="1" presStyleCnt="3"/>
      <dgm:spPr/>
    </dgm:pt>
    <dgm:pt modelId="{C1F3B4BE-8015-41B5-A912-DDDACC0CBE37}" type="pres">
      <dgm:prSet presAssocID="{CF38B9DA-BEE2-4888-8D7C-3DE662EE9D36}" presName="root2" presStyleCnt="0"/>
      <dgm:spPr/>
    </dgm:pt>
    <dgm:pt modelId="{CB8B8D8B-8DE3-4567-9D85-3EC9BB05F8C3}" type="pres">
      <dgm:prSet presAssocID="{CF38B9DA-BEE2-4888-8D7C-3DE662EE9D36}" presName="LevelTwoTextNode" presStyleLbl="node3" presStyleIdx="1" presStyleCnt="3">
        <dgm:presLayoutVars>
          <dgm:chPref val="3"/>
        </dgm:presLayoutVars>
      </dgm:prSet>
      <dgm:spPr/>
    </dgm:pt>
    <dgm:pt modelId="{ADD85624-C8EC-4ED2-A040-3A68A393489E}" type="pres">
      <dgm:prSet presAssocID="{CF38B9DA-BEE2-4888-8D7C-3DE662EE9D36}" presName="level3hierChild" presStyleCnt="0"/>
      <dgm:spPr/>
    </dgm:pt>
    <dgm:pt modelId="{75F112D6-FBCA-49F3-8122-105D39A489ED}" type="pres">
      <dgm:prSet presAssocID="{1038D62F-8488-4376-93E0-BCB931A13AC7}" presName="conn2-1" presStyleLbl="parChTrans1D2" presStyleIdx="1" presStyleCnt="2"/>
      <dgm:spPr/>
    </dgm:pt>
    <dgm:pt modelId="{7DE36A33-C755-4BB6-BC62-B5ADDC855860}" type="pres">
      <dgm:prSet presAssocID="{1038D62F-8488-4376-93E0-BCB931A13AC7}" presName="connTx" presStyleLbl="parChTrans1D2" presStyleIdx="1" presStyleCnt="2"/>
      <dgm:spPr/>
    </dgm:pt>
    <dgm:pt modelId="{7ACC5EA8-244A-41B8-AFB9-A188632A58F9}" type="pres">
      <dgm:prSet presAssocID="{0FAA4B1A-BFA1-4B30-BFEB-5F568186C9C6}" presName="root2" presStyleCnt="0"/>
      <dgm:spPr/>
    </dgm:pt>
    <dgm:pt modelId="{10496E44-5EC0-480D-B226-913D7A8CE9A4}" type="pres">
      <dgm:prSet presAssocID="{0FAA4B1A-BFA1-4B30-BFEB-5F568186C9C6}" presName="LevelTwoTextNode" presStyleLbl="node2" presStyleIdx="1" presStyleCnt="2">
        <dgm:presLayoutVars>
          <dgm:chPref val="3"/>
        </dgm:presLayoutVars>
      </dgm:prSet>
      <dgm:spPr/>
    </dgm:pt>
    <dgm:pt modelId="{E8A3F6EE-687A-467E-9A5F-2A25591B927B}" type="pres">
      <dgm:prSet presAssocID="{0FAA4B1A-BFA1-4B30-BFEB-5F568186C9C6}" presName="level3hierChild" presStyleCnt="0"/>
      <dgm:spPr/>
    </dgm:pt>
    <dgm:pt modelId="{FB6DCBE3-8E30-4B89-9489-051731254BD9}" type="pres">
      <dgm:prSet presAssocID="{0723BA31-E4D9-4054-9F65-3328C11134EF}" presName="conn2-1" presStyleLbl="parChTrans1D3" presStyleIdx="2" presStyleCnt="3"/>
      <dgm:spPr/>
    </dgm:pt>
    <dgm:pt modelId="{15FFF10D-0756-4B01-8EDE-51C8F4B5A04A}" type="pres">
      <dgm:prSet presAssocID="{0723BA31-E4D9-4054-9F65-3328C11134EF}" presName="connTx" presStyleLbl="parChTrans1D3" presStyleIdx="2" presStyleCnt="3"/>
      <dgm:spPr/>
    </dgm:pt>
    <dgm:pt modelId="{89C3F02E-10C5-4E5B-9ACE-CDB7BDBCAD6E}" type="pres">
      <dgm:prSet presAssocID="{9C50F16A-75E9-4F95-96AE-96E823BB27B5}" presName="root2" presStyleCnt="0"/>
      <dgm:spPr/>
    </dgm:pt>
    <dgm:pt modelId="{C4EBBE89-1370-43D3-BD6A-511DCF293CCF}" type="pres">
      <dgm:prSet presAssocID="{9C50F16A-75E9-4F95-96AE-96E823BB27B5}" presName="LevelTwoTextNode" presStyleLbl="node3" presStyleIdx="2" presStyleCnt="3" custScaleX="120861">
        <dgm:presLayoutVars>
          <dgm:chPref val="3"/>
        </dgm:presLayoutVars>
      </dgm:prSet>
      <dgm:spPr/>
    </dgm:pt>
    <dgm:pt modelId="{48211D7F-663B-40AF-BD69-632A26FA184F}" type="pres">
      <dgm:prSet presAssocID="{9C50F16A-75E9-4F95-96AE-96E823BB27B5}" presName="level3hierChild" presStyleCnt="0"/>
      <dgm:spPr/>
    </dgm:pt>
  </dgm:ptLst>
  <dgm:cxnLst>
    <dgm:cxn modelId="{70451E06-0746-4147-B2D6-D68147AE79EB}" type="presOf" srcId="{3A0E136A-5F1F-44E9-84F4-D0798C3101B6}" destId="{BCC59CF8-4CA5-4EA9-8B9F-9A4B0225BE39}" srcOrd="1" destOrd="0" presId="urn:microsoft.com/office/officeart/2005/8/layout/hierarchy2"/>
    <dgm:cxn modelId="{C911B80D-CD89-4F7A-BD88-41E6AC65C9F5}" type="presOf" srcId="{1038D62F-8488-4376-93E0-BCB931A13AC7}" destId="{75F112D6-FBCA-49F3-8122-105D39A489ED}" srcOrd="0" destOrd="0" presId="urn:microsoft.com/office/officeart/2005/8/layout/hierarchy2"/>
    <dgm:cxn modelId="{CAAF8E1D-1D09-4C00-B37F-8EC46AB71331}" srcId="{C1A2B031-8E60-4466-B67B-FCEF444A3A81}" destId="{CF38B9DA-BEE2-4888-8D7C-3DE662EE9D36}" srcOrd="1" destOrd="0" parTransId="{3A0E136A-5F1F-44E9-84F4-D0798C3101B6}" sibTransId="{EAD1ACCF-7BFC-41D4-B063-CA6CC45A9352}"/>
    <dgm:cxn modelId="{85F7C133-5DF9-4ACA-9C45-4E3ED2775319}" type="presOf" srcId="{CF38B9DA-BEE2-4888-8D7C-3DE662EE9D36}" destId="{CB8B8D8B-8DE3-4567-9D85-3EC9BB05F8C3}" srcOrd="0" destOrd="0" presId="urn:microsoft.com/office/officeart/2005/8/layout/hierarchy2"/>
    <dgm:cxn modelId="{919AC735-B4E0-4581-8E9D-3F3EF35CB9CF}" type="presOf" srcId="{65E57B9F-223F-44F2-A9C9-D49328294672}" destId="{35FF30C7-F889-4FAC-A46D-E509EB48B95B}" srcOrd="0" destOrd="0" presId="urn:microsoft.com/office/officeart/2005/8/layout/hierarchy2"/>
    <dgm:cxn modelId="{D3D67742-B2A5-4E7A-8DA3-25B2EC7ECD02}" srcId="{C1A2B031-8E60-4466-B67B-FCEF444A3A81}" destId="{C96119BB-D028-4876-8879-845F0EBED42D}" srcOrd="0" destOrd="0" parTransId="{81C70EDE-9FE1-4AD3-870D-065246CD0250}" sibTransId="{99D1E4D6-5ACF-402D-AFDF-F072A561F738}"/>
    <dgm:cxn modelId="{D904F542-DB64-42D9-8319-AF9DA98CC61C}" type="presOf" srcId="{3A0E136A-5F1F-44E9-84F4-D0798C3101B6}" destId="{2D0064F1-3631-4C2E-AD2E-F083AEB9E121}" srcOrd="0" destOrd="0" presId="urn:microsoft.com/office/officeart/2005/8/layout/hierarchy2"/>
    <dgm:cxn modelId="{E124F86C-49F9-4D9B-95AD-D050AA85E3ED}" type="presOf" srcId="{795E2489-D86B-41C7-B62B-FC807CC89C40}" destId="{BFA17D41-481B-41F0-A98C-9D05A67BE65B}" srcOrd="0" destOrd="0" presId="urn:microsoft.com/office/officeart/2005/8/layout/hierarchy2"/>
    <dgm:cxn modelId="{FA7E004D-FDF9-463B-B879-20292D3D5633}" srcId="{65E57B9F-223F-44F2-A9C9-D49328294672}" destId="{5743A33B-4E36-4B03-864E-25EA16EDC848}" srcOrd="0" destOrd="0" parTransId="{FFD9CF9F-556A-4F84-BDF3-336FBD72B12E}" sibTransId="{AACDAE5F-541D-483D-966F-8753CC9C2800}"/>
    <dgm:cxn modelId="{3F68C04D-DFC9-4866-A2A4-E06F40DB9C02}" srcId="{0FAA4B1A-BFA1-4B30-BFEB-5F568186C9C6}" destId="{9C50F16A-75E9-4F95-96AE-96E823BB27B5}" srcOrd="0" destOrd="0" parTransId="{0723BA31-E4D9-4054-9F65-3328C11134EF}" sibTransId="{8EA67CFD-F998-41A0-9C5B-064180707FA2}"/>
    <dgm:cxn modelId="{5A21C153-B242-4895-9190-2485364DE306}" type="presOf" srcId="{81C70EDE-9FE1-4AD3-870D-065246CD0250}" destId="{B5797213-41A0-4334-BEF2-FDAEF5CC00E8}" srcOrd="0" destOrd="0" presId="urn:microsoft.com/office/officeart/2005/8/layout/hierarchy2"/>
    <dgm:cxn modelId="{E8A8EA73-A834-4D0B-9FAE-AAC32ABB2AF0}" type="presOf" srcId="{0FAA4B1A-BFA1-4B30-BFEB-5F568186C9C6}" destId="{10496E44-5EC0-480D-B226-913D7A8CE9A4}" srcOrd="0" destOrd="0" presId="urn:microsoft.com/office/officeart/2005/8/layout/hierarchy2"/>
    <dgm:cxn modelId="{A47CFA75-28C1-4844-AD2F-525AD446018B}" type="presOf" srcId="{795E2489-D86B-41C7-B62B-FC807CC89C40}" destId="{B25C63D0-807C-4D2D-A820-9F7930281F28}" srcOrd="1" destOrd="0" presId="urn:microsoft.com/office/officeart/2005/8/layout/hierarchy2"/>
    <dgm:cxn modelId="{11C91976-C265-4852-9C80-DB03CFFFD21B}" srcId="{5743A33B-4E36-4B03-864E-25EA16EDC848}" destId="{0FAA4B1A-BFA1-4B30-BFEB-5F568186C9C6}" srcOrd="1" destOrd="0" parTransId="{1038D62F-8488-4376-93E0-BCB931A13AC7}" sibTransId="{674CEBD5-DD2E-477A-A9B4-96EAC37FF548}"/>
    <dgm:cxn modelId="{BECD4257-C6EF-4AE2-BBB5-D4319540885C}" type="presOf" srcId="{5743A33B-4E36-4B03-864E-25EA16EDC848}" destId="{88F2D47F-F17C-409A-8997-60C42D95614E}" srcOrd="0" destOrd="0" presId="urn:microsoft.com/office/officeart/2005/8/layout/hierarchy2"/>
    <dgm:cxn modelId="{BD6BC25A-42E8-41E3-883A-36E06D5D5E73}" type="presOf" srcId="{0723BA31-E4D9-4054-9F65-3328C11134EF}" destId="{FB6DCBE3-8E30-4B89-9489-051731254BD9}" srcOrd="0" destOrd="0" presId="urn:microsoft.com/office/officeart/2005/8/layout/hierarchy2"/>
    <dgm:cxn modelId="{835CC994-55AF-43E1-A530-68B670C6A3AF}" srcId="{5743A33B-4E36-4B03-864E-25EA16EDC848}" destId="{C1A2B031-8E60-4466-B67B-FCEF444A3A81}" srcOrd="0" destOrd="0" parTransId="{795E2489-D86B-41C7-B62B-FC807CC89C40}" sibTransId="{9FEAA836-AC45-43FB-88AB-D90591FC0A26}"/>
    <dgm:cxn modelId="{1A680D95-CBFD-4803-AC55-54BC31055EEC}" type="presOf" srcId="{C96119BB-D028-4876-8879-845F0EBED42D}" destId="{A751067A-05FF-43B8-ABC4-DFAF3134A4EC}" srcOrd="0" destOrd="0" presId="urn:microsoft.com/office/officeart/2005/8/layout/hierarchy2"/>
    <dgm:cxn modelId="{428C0796-860C-410A-9943-8851586336DA}" type="presOf" srcId="{0723BA31-E4D9-4054-9F65-3328C11134EF}" destId="{15FFF10D-0756-4B01-8EDE-51C8F4B5A04A}" srcOrd="1" destOrd="0" presId="urn:microsoft.com/office/officeart/2005/8/layout/hierarchy2"/>
    <dgm:cxn modelId="{10992BBD-784E-40CE-83F2-20308CD2D59A}" type="presOf" srcId="{C1A2B031-8E60-4466-B67B-FCEF444A3A81}" destId="{351C1DED-DC75-4754-80F6-8853B861CAA7}" srcOrd="0" destOrd="0" presId="urn:microsoft.com/office/officeart/2005/8/layout/hierarchy2"/>
    <dgm:cxn modelId="{EBC750C4-30E2-4D34-A0F0-21EB1F695D55}" type="presOf" srcId="{81C70EDE-9FE1-4AD3-870D-065246CD0250}" destId="{48A61E0A-6F9E-4A89-A284-A6AB2C5E38DF}" srcOrd="1" destOrd="0" presId="urn:microsoft.com/office/officeart/2005/8/layout/hierarchy2"/>
    <dgm:cxn modelId="{2D3BC8E9-A97D-4E2D-8990-46A9B0D2D8A4}" type="presOf" srcId="{1038D62F-8488-4376-93E0-BCB931A13AC7}" destId="{7DE36A33-C755-4BB6-BC62-B5ADDC855860}" srcOrd="1" destOrd="0" presId="urn:microsoft.com/office/officeart/2005/8/layout/hierarchy2"/>
    <dgm:cxn modelId="{C2681CF3-CA49-41AC-B9BA-8BBF4B5CEA1F}" type="presOf" srcId="{9C50F16A-75E9-4F95-96AE-96E823BB27B5}" destId="{C4EBBE89-1370-43D3-BD6A-511DCF293CCF}" srcOrd="0" destOrd="0" presId="urn:microsoft.com/office/officeart/2005/8/layout/hierarchy2"/>
    <dgm:cxn modelId="{E3720B10-4DB1-4C8A-AED3-8D8E5F9D36A3}" type="presParOf" srcId="{35FF30C7-F889-4FAC-A46D-E509EB48B95B}" destId="{36B6965C-9B7B-4633-8CDB-A1CBCDAF6FA2}" srcOrd="0" destOrd="0" presId="urn:microsoft.com/office/officeart/2005/8/layout/hierarchy2"/>
    <dgm:cxn modelId="{23A47DEC-6ACB-473A-8198-7387AF5D493A}" type="presParOf" srcId="{36B6965C-9B7B-4633-8CDB-A1CBCDAF6FA2}" destId="{88F2D47F-F17C-409A-8997-60C42D95614E}" srcOrd="0" destOrd="0" presId="urn:microsoft.com/office/officeart/2005/8/layout/hierarchy2"/>
    <dgm:cxn modelId="{4F710C0D-9859-4377-B3DC-7327E01538BC}" type="presParOf" srcId="{36B6965C-9B7B-4633-8CDB-A1CBCDAF6FA2}" destId="{EA81FFA3-C8BD-40F2-AD49-0686C4CB3305}" srcOrd="1" destOrd="0" presId="urn:microsoft.com/office/officeart/2005/8/layout/hierarchy2"/>
    <dgm:cxn modelId="{DBACE390-1CAE-4396-96A6-C958902B8898}" type="presParOf" srcId="{EA81FFA3-C8BD-40F2-AD49-0686C4CB3305}" destId="{BFA17D41-481B-41F0-A98C-9D05A67BE65B}" srcOrd="0" destOrd="0" presId="urn:microsoft.com/office/officeart/2005/8/layout/hierarchy2"/>
    <dgm:cxn modelId="{40AF3481-12F1-4C46-9D4B-71C95F782B85}" type="presParOf" srcId="{BFA17D41-481B-41F0-A98C-9D05A67BE65B}" destId="{B25C63D0-807C-4D2D-A820-9F7930281F28}" srcOrd="0" destOrd="0" presId="urn:microsoft.com/office/officeart/2005/8/layout/hierarchy2"/>
    <dgm:cxn modelId="{29287517-DBCA-464E-8485-99EE8B7370EB}" type="presParOf" srcId="{EA81FFA3-C8BD-40F2-AD49-0686C4CB3305}" destId="{43A565F1-5F4A-4068-85F2-10A9D8293C92}" srcOrd="1" destOrd="0" presId="urn:microsoft.com/office/officeart/2005/8/layout/hierarchy2"/>
    <dgm:cxn modelId="{CD1322B4-43AD-472E-A2BE-421E384AB01F}" type="presParOf" srcId="{43A565F1-5F4A-4068-85F2-10A9D8293C92}" destId="{351C1DED-DC75-4754-80F6-8853B861CAA7}" srcOrd="0" destOrd="0" presId="urn:microsoft.com/office/officeart/2005/8/layout/hierarchy2"/>
    <dgm:cxn modelId="{CFA3F3F8-9F28-4135-8FA8-E306E464092C}" type="presParOf" srcId="{43A565F1-5F4A-4068-85F2-10A9D8293C92}" destId="{17E8EF60-760A-4C8E-91BE-AB0718A467EA}" srcOrd="1" destOrd="0" presId="urn:microsoft.com/office/officeart/2005/8/layout/hierarchy2"/>
    <dgm:cxn modelId="{A92CC501-F220-42A4-8F93-94DB33478094}" type="presParOf" srcId="{17E8EF60-760A-4C8E-91BE-AB0718A467EA}" destId="{B5797213-41A0-4334-BEF2-FDAEF5CC00E8}" srcOrd="0" destOrd="0" presId="urn:microsoft.com/office/officeart/2005/8/layout/hierarchy2"/>
    <dgm:cxn modelId="{7AEB988A-8C27-468F-B532-863A92B0CC51}" type="presParOf" srcId="{B5797213-41A0-4334-BEF2-FDAEF5CC00E8}" destId="{48A61E0A-6F9E-4A89-A284-A6AB2C5E38DF}" srcOrd="0" destOrd="0" presId="urn:microsoft.com/office/officeart/2005/8/layout/hierarchy2"/>
    <dgm:cxn modelId="{4C6DF8A1-64EE-4773-8F2F-41497C0680FF}" type="presParOf" srcId="{17E8EF60-760A-4C8E-91BE-AB0718A467EA}" destId="{CE018E4D-2013-4610-BA2D-72AEAF08E6CA}" srcOrd="1" destOrd="0" presId="urn:microsoft.com/office/officeart/2005/8/layout/hierarchy2"/>
    <dgm:cxn modelId="{1A9F990E-FED2-4E94-A9B3-03CDC54E28DF}" type="presParOf" srcId="{CE018E4D-2013-4610-BA2D-72AEAF08E6CA}" destId="{A751067A-05FF-43B8-ABC4-DFAF3134A4EC}" srcOrd="0" destOrd="0" presId="urn:microsoft.com/office/officeart/2005/8/layout/hierarchy2"/>
    <dgm:cxn modelId="{863A8494-F090-4D15-B11C-319984B2A203}" type="presParOf" srcId="{CE018E4D-2013-4610-BA2D-72AEAF08E6CA}" destId="{384B959F-9311-491C-A5CB-1B9565233D19}" srcOrd="1" destOrd="0" presId="urn:microsoft.com/office/officeart/2005/8/layout/hierarchy2"/>
    <dgm:cxn modelId="{C64A726E-CEC9-4B4B-B7DC-192A606F21F0}" type="presParOf" srcId="{17E8EF60-760A-4C8E-91BE-AB0718A467EA}" destId="{2D0064F1-3631-4C2E-AD2E-F083AEB9E121}" srcOrd="2" destOrd="0" presId="urn:microsoft.com/office/officeart/2005/8/layout/hierarchy2"/>
    <dgm:cxn modelId="{9C38C7BE-F8B7-4EC8-A36C-1337A627BB18}" type="presParOf" srcId="{2D0064F1-3631-4C2E-AD2E-F083AEB9E121}" destId="{BCC59CF8-4CA5-4EA9-8B9F-9A4B0225BE39}" srcOrd="0" destOrd="0" presId="urn:microsoft.com/office/officeart/2005/8/layout/hierarchy2"/>
    <dgm:cxn modelId="{913878FD-7545-4E00-A698-F857964C11BB}" type="presParOf" srcId="{17E8EF60-760A-4C8E-91BE-AB0718A467EA}" destId="{C1F3B4BE-8015-41B5-A912-DDDACC0CBE37}" srcOrd="3" destOrd="0" presId="urn:microsoft.com/office/officeart/2005/8/layout/hierarchy2"/>
    <dgm:cxn modelId="{1B8C873D-A058-4C52-9BBA-A086409725EB}" type="presParOf" srcId="{C1F3B4BE-8015-41B5-A912-DDDACC0CBE37}" destId="{CB8B8D8B-8DE3-4567-9D85-3EC9BB05F8C3}" srcOrd="0" destOrd="0" presId="urn:microsoft.com/office/officeart/2005/8/layout/hierarchy2"/>
    <dgm:cxn modelId="{DC6333C0-F0E2-475A-818A-407E1E3AD79C}" type="presParOf" srcId="{C1F3B4BE-8015-41B5-A912-DDDACC0CBE37}" destId="{ADD85624-C8EC-4ED2-A040-3A68A393489E}" srcOrd="1" destOrd="0" presId="urn:microsoft.com/office/officeart/2005/8/layout/hierarchy2"/>
    <dgm:cxn modelId="{785B17C6-71FB-48E6-AE11-46307F8B3341}" type="presParOf" srcId="{EA81FFA3-C8BD-40F2-AD49-0686C4CB3305}" destId="{75F112D6-FBCA-49F3-8122-105D39A489ED}" srcOrd="2" destOrd="0" presId="urn:microsoft.com/office/officeart/2005/8/layout/hierarchy2"/>
    <dgm:cxn modelId="{640EB1E5-3916-45AF-9ECF-7C3FD4598763}" type="presParOf" srcId="{75F112D6-FBCA-49F3-8122-105D39A489ED}" destId="{7DE36A33-C755-4BB6-BC62-B5ADDC855860}" srcOrd="0" destOrd="0" presId="urn:microsoft.com/office/officeart/2005/8/layout/hierarchy2"/>
    <dgm:cxn modelId="{55C0789C-173B-4E0E-9F6F-94DCF63298FE}" type="presParOf" srcId="{EA81FFA3-C8BD-40F2-AD49-0686C4CB3305}" destId="{7ACC5EA8-244A-41B8-AFB9-A188632A58F9}" srcOrd="3" destOrd="0" presId="urn:microsoft.com/office/officeart/2005/8/layout/hierarchy2"/>
    <dgm:cxn modelId="{227F546A-339F-4580-B0CA-2D9D5BB765E0}" type="presParOf" srcId="{7ACC5EA8-244A-41B8-AFB9-A188632A58F9}" destId="{10496E44-5EC0-480D-B226-913D7A8CE9A4}" srcOrd="0" destOrd="0" presId="urn:microsoft.com/office/officeart/2005/8/layout/hierarchy2"/>
    <dgm:cxn modelId="{283D480A-ADBB-44E3-81BB-53236E9BD45D}" type="presParOf" srcId="{7ACC5EA8-244A-41B8-AFB9-A188632A58F9}" destId="{E8A3F6EE-687A-467E-9A5F-2A25591B927B}" srcOrd="1" destOrd="0" presId="urn:microsoft.com/office/officeart/2005/8/layout/hierarchy2"/>
    <dgm:cxn modelId="{86801418-ABB8-4E0C-B481-324701537F66}" type="presParOf" srcId="{E8A3F6EE-687A-467E-9A5F-2A25591B927B}" destId="{FB6DCBE3-8E30-4B89-9489-051731254BD9}" srcOrd="0" destOrd="0" presId="urn:microsoft.com/office/officeart/2005/8/layout/hierarchy2"/>
    <dgm:cxn modelId="{96855A71-682F-4A8C-8F8B-0EF6B2A249BA}" type="presParOf" srcId="{FB6DCBE3-8E30-4B89-9489-051731254BD9}" destId="{15FFF10D-0756-4B01-8EDE-51C8F4B5A04A}" srcOrd="0" destOrd="0" presId="urn:microsoft.com/office/officeart/2005/8/layout/hierarchy2"/>
    <dgm:cxn modelId="{523E8CBC-4654-4EE8-88D0-B829B33B81BC}" type="presParOf" srcId="{E8A3F6EE-687A-467E-9A5F-2A25591B927B}" destId="{89C3F02E-10C5-4E5B-9ACE-CDB7BDBCAD6E}" srcOrd="1" destOrd="0" presId="urn:microsoft.com/office/officeart/2005/8/layout/hierarchy2"/>
    <dgm:cxn modelId="{88DC7186-4B7C-47C4-8695-384E067397E6}" type="presParOf" srcId="{89C3F02E-10C5-4E5B-9ACE-CDB7BDBCAD6E}" destId="{C4EBBE89-1370-43D3-BD6A-511DCF293CCF}" srcOrd="0" destOrd="0" presId="urn:microsoft.com/office/officeart/2005/8/layout/hierarchy2"/>
    <dgm:cxn modelId="{DB1562A0-2673-4FD4-949C-723DD21AD140}" type="presParOf" srcId="{89C3F02E-10C5-4E5B-9ACE-CDB7BDBCAD6E}" destId="{48211D7F-663B-40AF-BD69-632A26FA184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2D47F-F17C-409A-8997-60C42D95614E}">
      <dsp:nvSpPr>
        <dsp:cNvPr id="0" name=""/>
        <dsp:cNvSpPr/>
      </dsp:nvSpPr>
      <dsp:spPr>
        <a:xfrm>
          <a:off x="4815" y="1816100"/>
          <a:ext cx="2032000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AGNOSIA VISUAL</a:t>
          </a:r>
        </a:p>
      </dsp:txBody>
      <dsp:txXfrm>
        <a:off x="34573" y="1845858"/>
        <a:ext cx="1972484" cy="956484"/>
      </dsp:txXfrm>
    </dsp:sp>
    <dsp:sp modelId="{BFA17D41-481B-41F0-A98C-9D05A67BE65B}">
      <dsp:nvSpPr>
        <dsp:cNvPr id="0" name=""/>
        <dsp:cNvSpPr/>
      </dsp:nvSpPr>
      <dsp:spPr>
        <a:xfrm rot="18770822">
          <a:off x="1845606" y="1863450"/>
          <a:ext cx="1195217" cy="45000"/>
        </a:xfrm>
        <a:custGeom>
          <a:avLst/>
          <a:gdLst/>
          <a:ahLst/>
          <a:cxnLst/>
          <a:rect l="0" t="0" r="0" b="0"/>
          <a:pathLst>
            <a:path>
              <a:moveTo>
                <a:pt x="0" y="22500"/>
              </a:moveTo>
              <a:lnTo>
                <a:pt x="1195217" y="2250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700" kern="1200">
            <a:latin typeface="Fira Sans Condensed" panose="020B0604020202020204" charset="0"/>
          </a:endParaRPr>
        </a:p>
      </dsp:txBody>
      <dsp:txXfrm>
        <a:off x="2413335" y="1856069"/>
        <a:ext cx="59760" cy="59760"/>
      </dsp:txXfrm>
    </dsp:sp>
    <dsp:sp modelId="{351C1DED-DC75-4754-80F6-8853B861CAA7}">
      <dsp:nvSpPr>
        <dsp:cNvPr id="0" name=""/>
        <dsp:cNvSpPr/>
      </dsp:nvSpPr>
      <dsp:spPr>
        <a:xfrm>
          <a:off x="2849615" y="939800"/>
          <a:ext cx="2032000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PARA OBJETOS</a:t>
          </a:r>
        </a:p>
      </dsp:txBody>
      <dsp:txXfrm>
        <a:off x="2879373" y="969558"/>
        <a:ext cx="1972484" cy="956484"/>
      </dsp:txXfrm>
    </dsp:sp>
    <dsp:sp modelId="{B5797213-41A0-4334-BEF2-FDAEF5CC00E8}">
      <dsp:nvSpPr>
        <dsp:cNvPr id="0" name=""/>
        <dsp:cNvSpPr/>
      </dsp:nvSpPr>
      <dsp:spPr>
        <a:xfrm rot="19457599">
          <a:off x="4787532" y="1133200"/>
          <a:ext cx="1000966" cy="45000"/>
        </a:xfrm>
        <a:custGeom>
          <a:avLst/>
          <a:gdLst/>
          <a:ahLst/>
          <a:cxnLst/>
          <a:rect l="0" t="0" r="0" b="0"/>
          <a:pathLst>
            <a:path>
              <a:moveTo>
                <a:pt x="0" y="22500"/>
              </a:moveTo>
              <a:lnTo>
                <a:pt x="1000966" y="2250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700" kern="1200">
            <a:latin typeface="Fira Sans Condensed" panose="020B0604020202020204" charset="0"/>
          </a:endParaRPr>
        </a:p>
      </dsp:txBody>
      <dsp:txXfrm>
        <a:off x="5262991" y="1130675"/>
        <a:ext cx="50048" cy="50048"/>
      </dsp:txXfrm>
    </dsp:sp>
    <dsp:sp modelId="{A751067A-05FF-43B8-ABC4-DFAF3134A4EC}">
      <dsp:nvSpPr>
        <dsp:cNvPr id="0" name=""/>
        <dsp:cNvSpPr/>
      </dsp:nvSpPr>
      <dsp:spPr>
        <a:xfrm>
          <a:off x="5694415" y="355600"/>
          <a:ext cx="2032000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APERCEPTIVA</a:t>
          </a:r>
        </a:p>
      </dsp:txBody>
      <dsp:txXfrm>
        <a:off x="5724173" y="385358"/>
        <a:ext cx="1972484" cy="956484"/>
      </dsp:txXfrm>
    </dsp:sp>
    <dsp:sp modelId="{2D0064F1-3631-4C2E-AD2E-F083AEB9E121}">
      <dsp:nvSpPr>
        <dsp:cNvPr id="0" name=""/>
        <dsp:cNvSpPr/>
      </dsp:nvSpPr>
      <dsp:spPr>
        <a:xfrm rot="2142401">
          <a:off x="4787532" y="1717400"/>
          <a:ext cx="1000966" cy="45000"/>
        </a:xfrm>
        <a:custGeom>
          <a:avLst/>
          <a:gdLst/>
          <a:ahLst/>
          <a:cxnLst/>
          <a:rect l="0" t="0" r="0" b="0"/>
          <a:pathLst>
            <a:path>
              <a:moveTo>
                <a:pt x="0" y="22500"/>
              </a:moveTo>
              <a:lnTo>
                <a:pt x="1000966" y="2250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700" kern="1200">
            <a:latin typeface="Fira Sans Condensed" panose="020B0604020202020204" charset="0"/>
          </a:endParaRPr>
        </a:p>
      </dsp:txBody>
      <dsp:txXfrm>
        <a:off x="5262991" y="1714875"/>
        <a:ext cx="50048" cy="50048"/>
      </dsp:txXfrm>
    </dsp:sp>
    <dsp:sp modelId="{CB8B8D8B-8DE3-4567-9D85-3EC9BB05F8C3}">
      <dsp:nvSpPr>
        <dsp:cNvPr id="0" name=""/>
        <dsp:cNvSpPr/>
      </dsp:nvSpPr>
      <dsp:spPr>
        <a:xfrm>
          <a:off x="5694415" y="1524000"/>
          <a:ext cx="2032000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ASOCIATIVA</a:t>
          </a:r>
        </a:p>
      </dsp:txBody>
      <dsp:txXfrm>
        <a:off x="5724173" y="1553758"/>
        <a:ext cx="1972484" cy="956484"/>
      </dsp:txXfrm>
    </dsp:sp>
    <dsp:sp modelId="{75F112D6-FBCA-49F3-8122-105D39A489ED}">
      <dsp:nvSpPr>
        <dsp:cNvPr id="0" name=""/>
        <dsp:cNvSpPr/>
      </dsp:nvSpPr>
      <dsp:spPr>
        <a:xfrm rot="2829178">
          <a:off x="1845606" y="2739750"/>
          <a:ext cx="1195217" cy="45000"/>
        </a:xfrm>
        <a:custGeom>
          <a:avLst/>
          <a:gdLst/>
          <a:ahLst/>
          <a:cxnLst/>
          <a:rect l="0" t="0" r="0" b="0"/>
          <a:pathLst>
            <a:path>
              <a:moveTo>
                <a:pt x="0" y="22500"/>
              </a:moveTo>
              <a:lnTo>
                <a:pt x="1195217" y="2250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700" kern="1200">
            <a:latin typeface="Fira Sans Condensed" panose="020B0604020202020204" charset="0"/>
          </a:endParaRPr>
        </a:p>
      </dsp:txBody>
      <dsp:txXfrm>
        <a:off x="2413335" y="2732369"/>
        <a:ext cx="59760" cy="59760"/>
      </dsp:txXfrm>
    </dsp:sp>
    <dsp:sp modelId="{10496E44-5EC0-480D-B226-913D7A8CE9A4}">
      <dsp:nvSpPr>
        <dsp:cNvPr id="0" name=""/>
        <dsp:cNvSpPr/>
      </dsp:nvSpPr>
      <dsp:spPr>
        <a:xfrm>
          <a:off x="2849615" y="2692400"/>
          <a:ext cx="2032000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ROSTROS</a:t>
          </a:r>
        </a:p>
      </dsp:txBody>
      <dsp:txXfrm>
        <a:off x="2879373" y="2722158"/>
        <a:ext cx="1972484" cy="956484"/>
      </dsp:txXfrm>
    </dsp:sp>
    <dsp:sp modelId="{FB6DCBE3-8E30-4B89-9489-051731254BD9}">
      <dsp:nvSpPr>
        <dsp:cNvPr id="0" name=""/>
        <dsp:cNvSpPr/>
      </dsp:nvSpPr>
      <dsp:spPr>
        <a:xfrm>
          <a:off x="4881615" y="3177900"/>
          <a:ext cx="812800" cy="45000"/>
        </a:xfrm>
        <a:custGeom>
          <a:avLst/>
          <a:gdLst/>
          <a:ahLst/>
          <a:cxnLst/>
          <a:rect l="0" t="0" r="0" b="0"/>
          <a:pathLst>
            <a:path>
              <a:moveTo>
                <a:pt x="0" y="22500"/>
              </a:moveTo>
              <a:lnTo>
                <a:pt x="812800" y="2250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700" kern="1200">
            <a:latin typeface="Fira Sans Condensed" panose="020B0604020202020204" charset="0"/>
          </a:endParaRPr>
        </a:p>
      </dsp:txBody>
      <dsp:txXfrm>
        <a:off x="5267695" y="3180080"/>
        <a:ext cx="40640" cy="40640"/>
      </dsp:txXfrm>
    </dsp:sp>
    <dsp:sp modelId="{C4EBBE89-1370-43D3-BD6A-511DCF293CCF}">
      <dsp:nvSpPr>
        <dsp:cNvPr id="0" name=""/>
        <dsp:cNvSpPr/>
      </dsp:nvSpPr>
      <dsp:spPr>
        <a:xfrm>
          <a:off x="5694415" y="2692400"/>
          <a:ext cx="2455895" cy="10160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latin typeface="Fira Sans Condensed" panose="020B0604020202020204" charset="0"/>
            </a:rPr>
            <a:t>PROSOPAGNOSIA</a:t>
          </a:r>
        </a:p>
      </dsp:txBody>
      <dsp:txXfrm>
        <a:off x="5724173" y="2722158"/>
        <a:ext cx="2396379" cy="956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21.8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0,'34'2,"37"6,3 0,734 6,-523-16,-74 2,-185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33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32,'1272'0,"-1253"-1,0-1,0-1,21-6,-17 4,39-4,242 6,-155 5,-132-1,0 1,0 1,23 6,22 3,-39-9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38.9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1,'455'0,"-429"1,0 2,38 8,-34-5,41 3,390-6,-234-5,2467 2,-2669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47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1,'10'0,"0"2,0-1,-1 1,18 6,28 5,146 10,22 7,-97-17,-2-2,-14 1,2-4,122-9,158 11,337 11,-487-24,1857 4,-1898-17,-6 1,-164 14,38 2,135-19,-163 13,70 0,-19 1,3-9,-61 6,48-1,-22 7,-34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53.6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32,'1661'0,"-1418"-16,-4 1,1364 15,-692 1,-885-1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02:14:59.4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63,'630'0,"-588"-2,0-3,-1-1,42-11,-37 6,93-9,248 19,-194 3,-167-2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E6E91-99A4-4BD5-82E6-A93F04A64BD7}" type="datetimeFigureOut">
              <a:rPr lang="es-AR" smtClean="0"/>
              <a:t>10/9/2025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8743C-36AF-4C28-8F02-5C386FFEAD3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029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8743C-36AF-4C28-8F02-5C386FFEAD31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366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0"/>
          <p:cNvGrpSpPr/>
          <p:nvPr/>
        </p:nvGrpSpPr>
        <p:grpSpPr>
          <a:xfrm>
            <a:off x="-1996652" y="-884006"/>
            <a:ext cx="6250236" cy="8626019"/>
            <a:chOff x="1279825" y="238125"/>
            <a:chExt cx="5060100" cy="5237625"/>
          </a:xfrm>
        </p:grpSpPr>
        <p:sp>
          <p:nvSpPr>
            <p:cNvPr id="66" name="Google Shape;66;p10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rgbClr val="595959">
                <a:alpha val="4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rgbClr val="595959">
                <a:alpha val="4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" name="Google Shape;68;p10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rgbClr val="595959">
                <a:alpha val="4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" name="Google Shape;69;p10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rgbClr val="595959">
                <a:alpha val="4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rgbClr val="595959">
                <a:alpha val="4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672350" y="581933"/>
            <a:ext cx="474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17C78"/>
              </a:buClr>
              <a:buSzPts val="2800"/>
              <a:buNone/>
              <a:defRPr>
                <a:solidFill>
                  <a:srgbClr val="E17C7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46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Repaso</a:t>
            </a:r>
            <a:r>
              <a:rPr dirty="0"/>
              <a:t> </a:t>
            </a:r>
            <a:r>
              <a:rPr lang="es-ES" dirty="0"/>
              <a:t>3er parcial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Praxias • Lenguaje/Afasias • Cognición Social • Emoción • Agnosias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771FB-7511-72F0-D1E2-E643C15A2E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Emoción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6197ED-49BA-14C5-75D8-1F017007D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Proceso adaptativo con cambios fisiológicos y conductuales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047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50E81E-3CD7-3E26-142A-3BB98B7B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900"/>
            <a:ext cx="9144000" cy="60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0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C0DDB3-7686-4468-B143-556C9335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810"/>
            <a:ext cx="9144000" cy="649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2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8B6D70-EAD1-D36A-64E7-4AB171949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131"/>
            <a:ext cx="9144000" cy="626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7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ED56F5-1563-3B9D-4B77-CF9E52DBF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Circuito de Papez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9BD5BFE8-BD8E-2581-4BAC-70C4A3ABE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795" y="1675227"/>
            <a:ext cx="67864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2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92B09C-FE57-1D9D-9D45-826DA902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Ekman</a:t>
            </a:r>
          </a:p>
        </p:txBody>
      </p:sp>
      <p:pic>
        <p:nvPicPr>
          <p:cNvPr id="5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427B354-D83B-48B1-8244-037721FBF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20590"/>
            <a:ext cx="8178799" cy="290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4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313C26-2C91-2CD1-94DF-2096F4A65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9" y="0"/>
            <a:ext cx="8696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3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Bases Neurales de la Emoción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64697"/>
              </p:ext>
            </p:extLst>
          </p:nvPr>
        </p:nvGraphicFramePr>
        <p:xfrm>
          <a:off x="597715" y="1675227"/>
          <a:ext cx="7948570" cy="4394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744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700"/>
                        <a:t>Estructura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700"/>
                        <a:t>Función principal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7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Amígdala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Procesamiento del miedo y relevancia emocional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7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Ínsula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Procesamiento del disgusto, conciencia interoceptiva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7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CPF ventromedial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Toma de decisiones emocionales, regulación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3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Corteza cingulada anterior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Evaluación de error, dolor social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7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Hipotálamo</a:t>
                      </a:r>
                    </a:p>
                  </a:txBody>
                  <a:tcPr marL="135623" marR="135623" marT="67812" marB="678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Respuestas autónomas y endocrinas</a:t>
                      </a:r>
                    </a:p>
                  </a:txBody>
                  <a:tcPr marL="135623" marR="135623" marT="67812" marB="678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87194-F5D3-38CC-9330-4AD260C10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Cognición social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6995A5-7898-A98E-C52B-D243B9CD2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Capacidad de entender estados mentales de los otros</a:t>
            </a:r>
          </a:p>
          <a:p>
            <a:r>
              <a:rPr lang="es-ES" dirty="0"/>
              <a:t>Incluye: Teoría de la Mente (cognitiva y afectiva), empatía, juicio moral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4800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8C9DDAD1-1A17-8425-36A4-ED6E32972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580" y="444404"/>
            <a:ext cx="8243170" cy="596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3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Componentes de la Cognición Social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7904"/>
              </p:ext>
            </p:extLst>
          </p:nvPr>
        </p:nvGraphicFramePr>
        <p:xfrm>
          <a:off x="482600" y="2087605"/>
          <a:ext cx="8178800" cy="356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249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Componente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Descripción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Regiones cerebrales clave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3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Teoría de la Mente (ToM)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Inferir creencias e intenciones (cognitiva) y estados emocionales (afectiva)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CPF medial, surco temporal anterior, amígdala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Empatía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Reconocer y responder a los estados mentales de otros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pt-BR" sz="1400"/>
                        <a:t>Ínsula, CPF medial, cíngulo anterior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Juicio moral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Evaluar lo correcto/incorrecto de una acción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CPF ventromedial, cíngulo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Toma de decisiones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Elegir cursos de acción en contexto social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CPF orbitofrontal, amígdala, estriado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46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Procesamiento emocional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Reconocimiento de expresiones y emociones</a:t>
                      </a:r>
                    </a:p>
                  </a:txBody>
                  <a:tcPr marL="89088" marR="89088" marT="44544" marB="4454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Amígdala, ínsula, giro fusiforme</a:t>
                      </a:r>
                    </a:p>
                  </a:txBody>
                  <a:tcPr marL="89088" marR="89088" marT="44544" marB="445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Cognición Social y Trastornos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899415"/>
              </p:ext>
            </p:extLst>
          </p:nvPr>
        </p:nvGraphicFramePr>
        <p:xfrm>
          <a:off x="775748" y="1675227"/>
          <a:ext cx="759250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4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655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500"/>
                        <a:t>Trastorno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500"/>
                        <a:t>Déficit en cognición social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50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Autismo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Dificultad en ToM, reconocimiento emocional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50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Demencia frontotemporal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Déficits severos en empatía y juicio moral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50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Alzheimer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Alteraciones progresivas en ToM y toma de decisiones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50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TEPT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Sesgo en procesamiento de señales de amenaza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50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Esquizofrenia</a:t>
                      </a:r>
                    </a:p>
                  </a:txBody>
                  <a:tcPr marL="126512" marR="126512" marT="63256" marB="63256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Dificultades en ToM, interpretación social</a:t>
                      </a:r>
                    </a:p>
                  </a:txBody>
                  <a:tcPr marL="126512" marR="126512" marT="63256" marB="6325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Desarrollo de la Teoría de la Mente (ToM)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59235"/>
              </p:ext>
            </p:extLst>
          </p:nvPr>
        </p:nvGraphicFramePr>
        <p:xfrm>
          <a:off x="482600" y="1742831"/>
          <a:ext cx="8178799" cy="425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3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527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/>
                        <a:t>Edad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/>
                        <a:t>Hito del desarrollo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8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18-24 meses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Comprenden intenciones, señalamiento protodeclarativo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8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3-4 años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Distinguen entre eventos mentales y físicos, falsa creencia simple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8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4-6 años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Comprenden que otros pueden tener creencias falsas diferentes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8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6-7 años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Entienden creencias sobre creencias (meta-representación)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8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900"/>
                        <a:t>9-11 años</a:t>
                      </a:r>
                    </a:p>
                  </a:txBody>
                  <a:tcPr marL="122620" marR="122620" marT="61310" marB="6131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900"/>
                        <a:t>Reconocen intencionalidad y consecuencias sociales de actos inapropiados</a:t>
                      </a:r>
                    </a:p>
                  </a:txBody>
                  <a:tcPr marL="122620" marR="122620" marT="61310" marB="6131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A715B0-F3C0-0E04-5540-B4225D4D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81"/>
            <a:ext cx="9144000" cy="667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72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B8250-3402-0DFE-D8DA-5C3FDB503C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Lenguaje 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C3082A-9D08-1EF3-07FD-38D4B2F7E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AFASIA: alteración adquirida del lenguaje oral por lesión cerebral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7693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042CDFD-5873-8B44-124F-1F36365EF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72793"/>
            <a:ext cx="8178799" cy="331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2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9E1D65B3-08FA-208D-4807-45C2F704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03" y="643466"/>
            <a:ext cx="77375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66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Subtipos de Afasias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20513"/>
              </p:ext>
            </p:extLst>
          </p:nvPr>
        </p:nvGraphicFramePr>
        <p:xfrm>
          <a:off x="482600" y="1823888"/>
          <a:ext cx="8178800" cy="409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72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Tipo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Características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1800"/>
                        <a:t>Lesión asociada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90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Broca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No fluente, comprensión relativamente buena, repetición alterada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pt-BR" sz="1400"/>
                        <a:t>Área de Broca (frontal inferior HI)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90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Wernicke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Fluente pero sin sentido, comprensión alterada, repetición alterada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Área de Wernicke (temporal superior HI)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Conducción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Producción y comprensión buenas, repetición muy afectada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Fascículo arcuato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Transcortical motora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Como Broca pero repetición preservada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Área motora suplementaria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Transcortical sensorial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Como Wernicke pero repetición preservada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Región temporo-parieto-occipital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Global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400"/>
                        <a:t>Comprensión y producción gravemente afectadas</a:t>
                      </a:r>
                    </a:p>
                  </a:txBody>
                  <a:tcPr marL="90107" marR="90107" marT="45054" marB="45054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400"/>
                        <a:t>Lesión extensa HI</a:t>
                      </a:r>
                    </a:p>
                  </a:txBody>
                  <a:tcPr marL="90107" marR="90107" marT="45054" marB="450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0D5173-276A-793E-DA9B-0F399539E925}"/>
                  </a:ext>
                </a:extLst>
              </p14:cNvPr>
              <p14:cNvContentPartPr/>
              <p14:nvPr/>
            </p14:nvContentPartPr>
            <p14:xfrm>
              <a:off x="533246" y="2318829"/>
              <a:ext cx="543600" cy="1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0D5173-276A-793E-DA9B-0F399539E9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246" y="2210829"/>
                <a:ext cx="6512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51B142-0C72-8EC2-082B-CA1A10B742FE}"/>
                  </a:ext>
                </a:extLst>
              </p14:cNvPr>
              <p14:cNvContentPartPr/>
              <p14:nvPr/>
            </p14:nvContentPartPr>
            <p14:xfrm>
              <a:off x="598766" y="3101829"/>
              <a:ext cx="750240" cy="1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51B142-0C72-8EC2-082B-CA1A10B742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766" y="2993829"/>
                <a:ext cx="8578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42A98B-70A3-8910-057A-2A36ECBE970C}"/>
                  </a:ext>
                </a:extLst>
              </p14:cNvPr>
              <p14:cNvContentPartPr/>
              <p14:nvPr/>
            </p14:nvContentPartPr>
            <p14:xfrm>
              <a:off x="456926" y="3907509"/>
              <a:ext cx="1469160" cy="12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42A98B-70A3-8910-057A-2A36ECBE97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286" y="3799869"/>
                <a:ext cx="1576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8C4D3F-902E-B803-6B95-DA4272C71731}"/>
                  </a:ext>
                </a:extLst>
              </p14:cNvPr>
              <p14:cNvContentPartPr/>
              <p14:nvPr/>
            </p14:nvContentPartPr>
            <p14:xfrm>
              <a:off x="533246" y="4365069"/>
              <a:ext cx="2143800" cy="55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8C4D3F-902E-B803-6B95-DA4272C717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9246" y="4257429"/>
                <a:ext cx="22514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FE6363-14FB-2C1E-179C-826EFA3D6FEE}"/>
                  </a:ext>
                </a:extLst>
              </p14:cNvPr>
              <p14:cNvContentPartPr/>
              <p14:nvPr/>
            </p14:nvContentPartPr>
            <p14:xfrm>
              <a:off x="478886" y="4984989"/>
              <a:ext cx="1686240" cy="11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FE6363-14FB-2C1E-179C-826EFA3D6F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246" y="4877349"/>
                <a:ext cx="17938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AD6E82-7AFA-AA04-42C9-498B2FE92526}"/>
                  </a:ext>
                </a:extLst>
              </p14:cNvPr>
              <p14:cNvContentPartPr/>
              <p14:nvPr/>
            </p14:nvContentPartPr>
            <p14:xfrm>
              <a:off x="511286" y="5496189"/>
              <a:ext cx="586800" cy="2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AD6E82-7AFA-AA04-42C9-498B2FE925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646" y="5388549"/>
                <a:ext cx="694440" cy="23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Comparación de Afasias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60649"/>
              </p:ext>
            </p:extLst>
          </p:nvPr>
        </p:nvGraphicFramePr>
        <p:xfrm>
          <a:off x="733029" y="1675227"/>
          <a:ext cx="7677943" cy="535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8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2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087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 dirty="0"/>
                        <a:t>Tipo</a:t>
                      </a:r>
                    </a:p>
                  </a:txBody>
                  <a:tcPr marL="121611" marR="121611" marT="60805" marB="60805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/>
                        <a:t>Fluidez</a:t>
                      </a:r>
                    </a:p>
                  </a:txBody>
                  <a:tcPr marL="121611" marR="121611" marT="60805" marB="60805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 dirty="0"/>
                        <a:t>Repetición</a:t>
                      </a:r>
                    </a:p>
                  </a:txBody>
                  <a:tcPr marL="121611" marR="121611" marT="60805" marB="60805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400" dirty="0"/>
                        <a:t>Comprensión</a:t>
                      </a:r>
                    </a:p>
                  </a:txBody>
                  <a:tcPr marL="121611" marR="121611" marT="60805" marB="608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Parafasias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414177"/>
              </p:ext>
            </p:extLst>
          </p:nvPr>
        </p:nvGraphicFramePr>
        <p:xfrm>
          <a:off x="482600" y="1929286"/>
          <a:ext cx="8178800" cy="388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9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Tipo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Definición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Ejemplo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8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Fonémica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500"/>
                        <a:t>Sustitución u omisión de fonemas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Pulpo → Puplo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8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Fonética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500"/>
                        <a:t>Distorsión articulatoria de los sonidos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Pronunciación imprecisa de 'casa'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8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Semántica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500"/>
                        <a:t>Sustitución por palabra del mismo campo semántico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Pez → Pulpo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5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Morfológica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500"/>
                        <a:t>Errores en morfemas o flexiones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Corrió → Correrá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8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Neologística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Producción de palabras inexistentes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Flantero → Pulpo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8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Formal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500"/>
                        <a:t>Cambio por palabra con forma parecida</a:t>
                      </a:r>
                    </a:p>
                  </a:txBody>
                  <a:tcPr marL="101025" marR="101025" marT="50512" marB="50512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500"/>
                        <a:t>Carretilla → Camilla</a:t>
                      </a:r>
                    </a:p>
                  </a:txBody>
                  <a:tcPr marL="101025" marR="101025" marT="50512" marB="505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1938C-A580-B3B6-FC74-AD6BC2BA7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Apraxias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CA8E2-AE3E-9F9A-FCFD-320865232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dificultad en ejecución de gestos sin déficit motor básico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30734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Modelos de Praxias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461939"/>
              </p:ext>
            </p:extLst>
          </p:nvPr>
        </p:nvGraphicFramePr>
        <p:xfrm>
          <a:off x="645682" y="1675227"/>
          <a:ext cx="785263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236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500"/>
                        <a:t>Modelo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500"/>
                        <a:t>Autores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500"/>
                        <a:t>Características</a:t>
                      </a:r>
                    </a:p>
                  </a:txBody>
                  <a:tcPr marL="128235" marR="128235" marT="64118" marB="641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3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Clásico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Liepmann (1900)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000"/>
                        <a:t>Apraxia ideomotora, ideatoria y cinética; planificación en área motora del HI</a:t>
                      </a:r>
                    </a:p>
                  </a:txBody>
                  <a:tcPr marL="128235" marR="128235" marT="64118" marB="641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639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Cognitivo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000"/>
                        <a:t>González Rothi, Ochipa, Heilman (1991)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000"/>
                        <a:t>Múltiples disociaciones: producción vs recepción, gestos familiares vs no familiares</a:t>
                      </a:r>
                    </a:p>
                  </a:txBody>
                  <a:tcPr marL="128235" marR="128235" marT="64118" marB="641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17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Vertical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Hugo Karl Liepmann</a:t>
                      </a:r>
                    </a:p>
                  </a:txBody>
                  <a:tcPr marL="128235" marR="128235" marT="64118" marB="64118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000"/>
                        <a:t>Propone jerarquía entre engramas e imágenes espacio-temporales</a:t>
                      </a:r>
                    </a:p>
                  </a:txBody>
                  <a:tcPr marL="128235" marR="128235" marT="64118" marB="641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Tipos</a:t>
            </a: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Apraxias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87826"/>
              </p:ext>
            </p:extLst>
          </p:nvPr>
        </p:nvGraphicFramePr>
        <p:xfrm>
          <a:off x="482600" y="1950194"/>
          <a:ext cx="8178800" cy="3844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6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911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Tipo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Características principales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000"/>
                        <a:t>Lesión asociada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0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Ideomotora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600"/>
                        <a:t>Saben qué hacer pero no cómo hacerlo; errores en ejecución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600"/>
                        <a:t>Lóbulo parietal inferior / cuerpo calloso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0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Ideatoria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600"/>
                        <a:t>Falla en la secuencia lógica de acciones o uso de objetos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Lesiones extensas HI, demencias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0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Cinética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600"/>
                        <a:t>Movimientos finos y precisos afectados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Corteza premotora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0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Conceptual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1600"/>
                        <a:t>Dificultad para asociar objeto con acción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Parietotemporal HI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0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Conducción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Dificultad para imitar gestos</a:t>
                      </a:r>
                    </a:p>
                  </a:txBody>
                  <a:tcPr marL="101880" marR="101880" marT="50940" marB="50940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1600"/>
                        <a:t>Lesiones témporo-parieto-frontales</a:t>
                      </a:r>
                    </a:p>
                  </a:txBody>
                  <a:tcPr marL="101880" marR="101880" marT="50940" marB="5094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Errores en Praxias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274463"/>
              </p:ext>
            </p:extLst>
          </p:nvPr>
        </p:nvGraphicFramePr>
        <p:xfrm>
          <a:off x="588426" y="1675227"/>
          <a:ext cx="7967148" cy="4394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459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3000"/>
                        <a:t>Tipo de error</a:t>
                      </a:r>
                    </a:p>
                  </a:txBody>
                  <a:tcPr marL="153286" marR="153286" marT="76643" marB="76643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3000"/>
                        <a:t>Ejemplo</a:t>
                      </a:r>
                    </a:p>
                  </a:txBody>
                  <a:tcPr marL="153286" marR="153286" marT="76643" marB="766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300"/>
                        <a:t>De contenido</a:t>
                      </a:r>
                    </a:p>
                  </a:txBody>
                  <a:tcPr marL="153286" marR="153286" marT="76643" marB="7664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300"/>
                        <a:t>Usar el puño para beber en vez de simular botella</a:t>
                      </a:r>
                    </a:p>
                  </a:txBody>
                  <a:tcPr marL="153286" marR="153286" marT="76643" marB="766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300"/>
                        <a:t>Espacial</a:t>
                      </a:r>
                    </a:p>
                  </a:txBody>
                  <a:tcPr marL="153286" marR="153286" marT="76643" marB="7664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300"/>
                        <a:t>Orientación incorrecta de un gesto (ej. usar tijera al revés)</a:t>
                      </a:r>
                    </a:p>
                  </a:txBody>
                  <a:tcPr marL="153286" marR="153286" marT="76643" marB="766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300"/>
                        <a:t>Temporal</a:t>
                      </a:r>
                    </a:p>
                  </a:txBody>
                  <a:tcPr marL="153286" marR="153286" marT="76643" marB="7664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300"/>
                        <a:t>Secuencia errónea al encender un fósforo y luego tomarlo</a:t>
                      </a:r>
                    </a:p>
                  </a:txBody>
                  <a:tcPr marL="153286" marR="153286" marT="76643" marB="766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93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300"/>
                        <a:t>Irreconocible</a:t>
                      </a:r>
                    </a:p>
                  </a:txBody>
                  <a:tcPr marL="153286" marR="153286" marT="76643" marB="7664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300"/>
                        <a:t>Gesto no interpretable por el evaluador</a:t>
                      </a:r>
                    </a:p>
                  </a:txBody>
                  <a:tcPr marL="153286" marR="153286" marT="76643" marB="766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F8D95-D1A1-0D84-0CC9-8020FE98E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Agnosias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D05632-9F50-9659-43D2-D302AFF31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Defecto en el reconocimiento sin déficit sensorial primario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80240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B58BD30-2F58-47F0-938F-27940C34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AGNOSIAS VISUALES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2D3E489-0C14-47F1-A4BB-BFF3869FE02E}"/>
              </a:ext>
            </a:extLst>
          </p:cNvPr>
          <p:cNvGraphicFramePr/>
          <p:nvPr/>
        </p:nvGraphicFramePr>
        <p:xfrm>
          <a:off x="672351" y="1397000"/>
          <a:ext cx="815512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47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Comparación de Agnosias Visuales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681403"/>
              </p:ext>
            </p:extLst>
          </p:nvPr>
        </p:nvGraphicFramePr>
        <p:xfrm>
          <a:off x="482600" y="2147602"/>
          <a:ext cx="8178800" cy="3449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727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700"/>
                        <a:t>Tipo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700"/>
                        <a:t>Preservado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lang="es-AR" sz="2700"/>
                        <a:t>Alterado</a:t>
                      </a:r>
                    </a:p>
                  </a:txBody>
                  <a:tcPr marL="138347" marR="138347" marT="69173" marB="691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30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Aperceptiva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Color, movimiento, dimensiones básicas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Reconocimiento de formas y copia</a:t>
                      </a:r>
                    </a:p>
                  </a:txBody>
                  <a:tcPr marL="138347" marR="138347" marT="69173" marB="691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21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Asociativa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Copia y discriminación de formas simples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Reconocimiento semántico de objetos</a:t>
                      </a:r>
                    </a:p>
                  </a:txBody>
                  <a:tcPr marL="138347" marR="138347" marT="69173" marB="6917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30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Prosopagnosia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ES" sz="2100"/>
                        <a:t>Reconocimiento por voz u otras pistas</a:t>
                      </a:r>
                    </a:p>
                  </a:txBody>
                  <a:tcPr marL="138347" marR="138347" marT="69173" marB="69173"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lang="es-AR" sz="2100"/>
                        <a:t>Reconocimiento de rostros familiares</a:t>
                      </a:r>
                    </a:p>
                  </a:txBody>
                  <a:tcPr marL="138347" marR="138347" marT="69173" marB="6917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7"/>
          <p:cNvGraphicFramePr>
            <a:graphicFrameLocks noGrp="1"/>
          </p:cNvGraphicFramePr>
          <p:nvPr/>
        </p:nvGraphicFramePr>
        <p:xfrm>
          <a:off x="341193" y="300249"/>
          <a:ext cx="8420669" cy="5622878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359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9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6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APERCEPTIVA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ASOCIATIVA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02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Descripción de las características del objeto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+/-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Identificación visual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s-ES" sz="3600" b="1" i="0" u="none" strike="noStrike" cap="none" normalizeH="0" baseline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1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Copia de dibujos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1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Aparear objetos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s-ES" sz="3600" b="1" i="0" u="none" strike="noStrike" cap="none" normalizeH="0" baseline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9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Conocimiento del objeto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</a:t>
                      </a:r>
                      <a:endParaRPr kumimoji="0" lang="es-ES" sz="3600" b="1" i="0" u="none" strike="noStrike" cap="none" normalizeH="0" baseline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3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+/-</a:t>
                      </a:r>
                      <a:endParaRPr kumimoji="0" lang="es-ES" sz="3600" b="1" i="0" u="none" strike="noStrike" cap="none" normalizeH="0" baseline="0" dirty="0">
                        <a:ln>
                          <a:noFill/>
                        </a:ln>
                        <a:solidFill>
                          <a:srgbClr val="FFF9B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8 Rectángulo"/>
          <p:cNvSpPr/>
          <p:nvPr/>
        </p:nvSpPr>
        <p:spPr>
          <a:xfrm>
            <a:off x="172992" y="6209270"/>
            <a:ext cx="7722976" cy="53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6" name="Picture 2" descr="Resultado de imagen para universidad favaloro">
            <a:extLst>
              <a:ext uri="{FF2B5EF4-FFF2-40B4-BE49-F238E27FC236}">
                <a16:creationId xmlns:a16="http://schemas.microsoft.com/office/drawing/2014/main" id="{0E8E49D9-250C-4D57-ACC3-58F7AFA9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84" y="6132635"/>
            <a:ext cx="1447258" cy="71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20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Microsoft Office PowerPoint</Application>
  <PresentationFormat>On-screen Show (4:3)</PresentationFormat>
  <Paragraphs>203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Fira Sans Condensed</vt:lpstr>
      <vt:lpstr>Tahoma</vt:lpstr>
      <vt:lpstr>Wingdings</vt:lpstr>
      <vt:lpstr>Office Theme</vt:lpstr>
      <vt:lpstr>Repaso 3er parcial</vt:lpstr>
      <vt:lpstr>Emoción</vt:lpstr>
      <vt:lpstr>PowerPoint Presentation</vt:lpstr>
      <vt:lpstr>PowerPoint Presentation</vt:lpstr>
      <vt:lpstr>PowerPoint Presentation</vt:lpstr>
      <vt:lpstr>Circuito de Papez</vt:lpstr>
      <vt:lpstr>Ekman</vt:lpstr>
      <vt:lpstr>PowerPoint Presentation</vt:lpstr>
      <vt:lpstr>Bases Neurales de la Emoción</vt:lpstr>
      <vt:lpstr>Cognición social</vt:lpstr>
      <vt:lpstr>PowerPoint Presentation</vt:lpstr>
      <vt:lpstr>Componentes de la Cognición Social</vt:lpstr>
      <vt:lpstr>Cognición Social y Trastornos</vt:lpstr>
      <vt:lpstr>Desarrollo de la Teoría de la Mente (ToM)</vt:lpstr>
      <vt:lpstr>PowerPoint Presentation</vt:lpstr>
      <vt:lpstr>Lenguaje </vt:lpstr>
      <vt:lpstr>PowerPoint Presentation</vt:lpstr>
      <vt:lpstr>PowerPoint Presentation</vt:lpstr>
      <vt:lpstr>Subtipos de Afasias</vt:lpstr>
      <vt:lpstr>Comparación de Afasias</vt:lpstr>
      <vt:lpstr>Tipos de Parafasias</vt:lpstr>
      <vt:lpstr>Apraxias</vt:lpstr>
      <vt:lpstr>Modelos de Praxias</vt:lpstr>
      <vt:lpstr>Tipos de Apraxias</vt:lpstr>
      <vt:lpstr>Errores en Praxias</vt:lpstr>
      <vt:lpstr>Agnosias</vt:lpstr>
      <vt:lpstr>AGNOSIAS VISUALES</vt:lpstr>
      <vt:lpstr>Comparación de Agnosias Visuales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Franco Mendez Casariego</cp:lastModifiedBy>
  <cp:revision>3</cp:revision>
  <dcterms:created xsi:type="dcterms:W3CDTF">2013-01-27T09:14:16Z</dcterms:created>
  <dcterms:modified xsi:type="dcterms:W3CDTF">2025-09-10T18:46:34Z</dcterms:modified>
  <cp:category/>
</cp:coreProperties>
</file>